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CBD5E1"/>
                </a:solidFill>
              </a:rPr>
              <a:t>BACHELOR OF COMPUTER APPLICATIONS  |  D Y PATIL INTERNATIONAL UNIVERSITY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Smart CivicFix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A896"/>
                </a:solidFill>
              </a:rPr>
              <a:t>Cloud-Based Civic Complaint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00A896"/>
                </a:solidFill>
              </a:rPr>
              <a:t>Management System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3218688"/>
            <a:ext cx="41148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3832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Omkar Ware  |  Junaid Shaikh  |  Soham Pawar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Guide: Ms. Shraddha Jadhav   |   Session 2025–2026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0" y="640080"/>
            <a:ext cx="2286000" cy="2286000"/>
          </a:xfrm>
          <a:prstGeom prst="ellipse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1097280"/>
            <a:ext cx="1554480" cy="1554480"/>
          </a:xfrm>
          <a:prstGeom prst="ellipse">
            <a:avLst/>
          </a:prstGeom>
          <a:solidFill>
            <a:srgbClr val="00A896">
              <a:alpha val="30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  |  INTRODUCTION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B4A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4748B"/>
                </a:solidFill>
              </a:rPr>
              <a:t>Urban India faces a civic infrastructure crisis. Traditional complaint mechanisms — phone calls, handwritten applications, in-person visits — are slow, fragmented, and hard to track.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4748B"/>
                </a:solidFill>
              </a:rPr>
              <a:t>Citizens lack transparent channels to report potholes, garbage, water leakages, and broken streetlights, leading to delays, poor accountability, and eroding public trust.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46320" y="822960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0" y="822960"/>
            <a:ext cx="91440" cy="1188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914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🏙️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760720" y="89611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</a:rPr>
              <a:t>500M+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760720" y="13898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urban residents affected by civic issues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2194560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2194560"/>
            <a:ext cx="91440" cy="1188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286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760720" y="226771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</a:rPr>
              <a:t>No SLA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760720" y="27614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most cities have no resolution deadlines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566160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3566160"/>
            <a:ext cx="91440" cy="1188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657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📵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760720" y="363931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</a:rPr>
              <a:t>Offline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760720" y="41330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majority rely on manual complaint systems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  |  OBJECTIVES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B4A"/>
                </a:solidFill>
              </a:rPr>
              <a:t>What Smart CivicFix Aims to Achieve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502920" cy="10515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173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4904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</a:rPr>
              <a:t>Digital Reporting Platform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85623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Simple web-based interface for potholes, garbage, water leaks, streetlights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606040"/>
            <a:ext cx="502920" cy="10515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6060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67919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</a:rPr>
              <a:t>Automatic Location Capture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04495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GPS-based location detection at the time of complaint submission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79476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94760"/>
            <a:ext cx="502920" cy="10515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79476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86791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</a:rPr>
              <a:t>Smart Department Assignment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423367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Auto-routing of complaints to the correct municipal department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141732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417320"/>
            <a:ext cx="502920" cy="10515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4173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14904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</a:rPr>
              <a:t>SLA-Based Resolution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185623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Defined deadlines for each civic issue category to ensure accountability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260604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606040"/>
            <a:ext cx="502920" cy="10515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6060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267919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</a:rPr>
              <a:t>Complaint Tracking &amp; Transparency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49240" y="304495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Real-time status visibility from submission through closure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79476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794760"/>
            <a:ext cx="502920" cy="10515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79476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386791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</a:rPr>
              <a:t>Citizen Reward System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423367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Reward points for valid complaints to encourage civic participation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  |  GAP IDENTIFICATION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Where Existing Systems Fall Short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74320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🐢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Slow &amp; Fragmented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Phone calls, handwritten submissions, and in-person visits cause massive delays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8688" y="1417320"/>
            <a:ext cx="274320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10128" y="20116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Transparency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0128" y="2331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Citizens cannot track complaint progress; trust in municipal services erodes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63056" y="1417320"/>
            <a:ext cx="274320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54496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54496" y="20116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Not Scalable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54496" y="2331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City-specific apps can't be replicated or adapted across regions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063240"/>
            <a:ext cx="274320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65760" y="36576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Analytics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9776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Authorities lack dashboards to monitor complaint trends or departmental performance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18688" y="3063240"/>
            <a:ext cx="274320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310128" y="36576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Cloud Integration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0128" y="39776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Existing systems lack secure, scalable cloud infrastructure for data management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63056" y="3063240"/>
            <a:ext cx="274320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54496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54496" y="36576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Limited Scope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54496" y="39776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Most digital tools address only one issue type; no unified platform exists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  |  METHODOLOGY &amp; ALGORITHMS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B4A"/>
                </a:solidFill>
              </a:rPr>
              <a:t>Core Algorithms Powering Smart CivicFix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508760" cy="13716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38328" y="15087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GPS Location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Capture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83080" y="2103120"/>
            <a:ext cx="20116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880360"/>
            <a:ext cx="1508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880360"/>
            <a:ext cx="150876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97180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Detects exact complaint location using device sensors automatically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993392" y="1463040"/>
            <a:ext cx="150876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57400" y="15087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Complaint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Classification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02152" y="2103120"/>
            <a:ext cx="20116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93392" y="2880360"/>
            <a:ext cx="1508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93392" y="2880360"/>
            <a:ext cx="1508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66544" y="297180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Categorizes into sanitation, road, electricity via rule-based ML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712464" y="1463040"/>
            <a:ext cx="1508760" cy="13716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76472" y="15087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Smart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Routing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21224" y="2103120"/>
            <a:ext cx="20116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12464" y="2880360"/>
            <a:ext cx="1508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12464" y="2880360"/>
            <a:ext cx="1508760" cy="54864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85616" y="297180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Directs each complaint to the correct municipal department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31536" y="1463040"/>
            <a:ext cx="1508760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95544" y="15087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SLA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Monitoring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40296" y="2103120"/>
            <a:ext cx="20116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31536" y="2880360"/>
            <a:ext cx="1508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31536" y="2880360"/>
            <a:ext cx="1508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04688" y="297180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Tracks deadlines; escalates overdue complaints to authorities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50608" y="1463040"/>
            <a:ext cx="1508760" cy="1371600"/>
          </a:xfrm>
          <a:prstGeom prst="rect">
            <a:avLst/>
          </a:prstGeom>
          <a:solidFill>
            <a:srgbClr val="E05A0B"/>
          </a:solidFill>
          <a:ln w="12700">
            <a:solidFill>
              <a:srgbClr val="E05A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214616" y="15087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Reward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Allocation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150608" y="2880360"/>
            <a:ext cx="1508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50608" y="2880360"/>
            <a:ext cx="1508760" cy="54864"/>
          </a:xfrm>
          <a:prstGeom prst="rect">
            <a:avLst/>
          </a:prstGeom>
          <a:solidFill>
            <a:srgbClr val="E05A0B"/>
          </a:solidFill>
          <a:ln w="12700">
            <a:solidFill>
              <a:srgbClr val="E05A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297180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Awards points for valid reports, driving civic engagement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74320" y="126187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993392" y="126187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712464" y="126187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31536" y="126187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50608" y="126187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Step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  |  SYSTEM WORKFLOW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2B4A"/>
                </a:solidFill>
              </a:rPr>
              <a:t>How a Complaint Flows Through Smart CivicFix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325880"/>
            <a:ext cx="868680" cy="86868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325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97280" y="1709928"/>
            <a:ext cx="219456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22402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</a:rPr>
              <a:t>Citizen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</a:rPr>
              <a:t>Submits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25880" y="1325880"/>
            <a:ext cx="868680" cy="8686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25880" y="1325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194560" y="1709928"/>
            <a:ext cx="219456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07008" y="22402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</a:rPr>
              <a:t>GPS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</a:rPr>
              <a:t>Captured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23160" y="1325880"/>
            <a:ext cx="868680" cy="86868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23160" y="1325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291840" y="1709928"/>
            <a:ext cx="219456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04288" y="22402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</a:rPr>
              <a:t>Complaint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</a:rPr>
              <a:t>Classified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20440" y="1325880"/>
            <a:ext cx="868680" cy="8686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20440" y="1325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389120" y="1709928"/>
            <a:ext cx="219456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22402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</a:rPr>
              <a:t>Smart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</a:rPr>
              <a:t>Routing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1325880"/>
            <a:ext cx="868680" cy="8686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17720" y="1325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486400" y="1709928"/>
            <a:ext cx="219456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98848" y="22402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</a:rPr>
              <a:t>SLA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</a:rPr>
              <a:t>Monitoring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15000" y="1325880"/>
            <a:ext cx="868680" cy="8686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715000" y="1325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583680" y="1709928"/>
            <a:ext cx="219456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96128" y="22402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</a:rPr>
              <a:t>Citizen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</a:rPr>
              <a:t>Updated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12280" y="1325880"/>
            <a:ext cx="868680" cy="8686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812280" y="1325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7680960" y="1709928"/>
            <a:ext cx="219456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93408" y="22402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</a:rPr>
              <a:t>Complaint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</a:rPr>
              <a:t>Closed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909560" y="1325880"/>
            <a:ext cx="868680" cy="8686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909560" y="1325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🎁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790688" y="22402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</a:rPr>
              <a:t>Reward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2B4A"/>
                </a:solidFill>
              </a:rPr>
              <a:t>Allocated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017520"/>
            <a:ext cx="8412480" cy="1737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3017520"/>
            <a:ext cx="91440" cy="1737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309067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End-to-End Accountability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94360" y="3456432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From the moment a citizen submits a complaint with GPS coordinates, the system automatically classifies, routes it to the correct department, and begins SLA countdown. Real-time notifications keep citizens informed at every stage, and reward points are allocated upon closure — creating a fully transparent and accountable civic management loop.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  |  TECHNOLOGY STACK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B4A"/>
                </a:solidFill>
              </a:rPr>
              <a:t>Platform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74320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Frontend (Citizen &amp; Admin)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274320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2011680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React.js / HTML5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2606040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GPS API Integration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3200400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108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Real-time Status Dashboard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3794760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03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Responsive Web Interface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18688" y="1371600"/>
            <a:ext cx="274320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Backend &amp; Logic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18688" y="1828800"/>
            <a:ext cx="274320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55848" y="2011680"/>
            <a:ext cx="201168" cy="201168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30168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Node.js / Python (Flask)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55848" y="2606040"/>
            <a:ext cx="201168" cy="201168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0168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Complaint Classification Engine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55848" y="3200400"/>
            <a:ext cx="201168" cy="201168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30168" y="3108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Smart Routing Algorithm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55848" y="3794760"/>
            <a:ext cx="201168" cy="201168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0168" y="3703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SLA Monitoring &amp; Escalation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63056" y="1371600"/>
            <a:ext cx="2743200" cy="457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54496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Cloud &amp; Database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63056" y="1828800"/>
            <a:ext cx="274320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0216" y="2011680"/>
            <a:ext cx="201168" cy="20116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4536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Cloud Infrastructure (AWS/Firebase)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00216" y="2606040"/>
            <a:ext cx="201168" cy="20116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74536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NoSQL / SQL Database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00216" y="3200400"/>
            <a:ext cx="201168" cy="20116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4536" y="3108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Secure Complaint Storage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300216" y="3794760"/>
            <a:ext cx="201168" cy="20116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74536" y="3703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Scalable Multi-city Deployment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🔑  Cloud-Native  •  GPS-Enabled  •  AI-Assisted Classification  •  Multi-Department Integration  •  Citizen Engagement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  |  PROJECT TIMELINE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B4A"/>
                </a:solidFill>
              </a:rPr>
              <a:t>8-Week Development Roadmap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011680" y="1325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Wk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834640" y="1325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Wk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0" y="1325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Wk 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80560" y="1325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Wk 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0" y="1325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Wk 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6480" y="1325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Wk 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49440" y="1325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Wk 7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0" y="1325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Wk 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" y="1691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B4A"/>
                </a:solidFill>
              </a:rPr>
              <a:t>Requirement Analysis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57400" y="1719072"/>
            <a:ext cx="6492240" cy="256032"/>
          </a:xfrm>
          <a:prstGeom prst="rect">
            <a:avLst/>
          </a:prstGeom>
          <a:solidFill>
            <a:srgbClr val="CBD5E1">
              <a:alpha val="4000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7400" y="1719072"/>
            <a:ext cx="237744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28600" y="2148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B4A"/>
                </a:solidFill>
              </a:rPr>
              <a:t>System Design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57400" y="2176272"/>
            <a:ext cx="6492240" cy="256032"/>
          </a:xfrm>
          <a:prstGeom prst="rect">
            <a:avLst/>
          </a:prstGeom>
          <a:solidFill>
            <a:srgbClr val="CBD5E1">
              <a:alpha val="4000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80360" y="2176272"/>
            <a:ext cx="237744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8600" y="2606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B4A"/>
                </a:solidFill>
              </a:rPr>
              <a:t>Algorithm Development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057400" y="2633472"/>
            <a:ext cx="6492240" cy="256032"/>
          </a:xfrm>
          <a:prstGeom prst="rect">
            <a:avLst/>
          </a:prstGeom>
          <a:solidFill>
            <a:srgbClr val="CBD5E1">
              <a:alpha val="4000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03320" y="2633472"/>
            <a:ext cx="237744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28600" y="3063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B4A"/>
                </a:solidFill>
              </a:rPr>
              <a:t>Platform Development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057400" y="3090672"/>
            <a:ext cx="6492240" cy="256032"/>
          </a:xfrm>
          <a:prstGeom prst="rect">
            <a:avLst/>
          </a:prstGeom>
          <a:solidFill>
            <a:srgbClr val="CBD5E1">
              <a:alpha val="4000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03320" y="3090672"/>
            <a:ext cx="3200400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28600" y="3520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B4A"/>
                </a:solidFill>
              </a:rPr>
              <a:t>Testing &amp; Debugging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057400" y="3547872"/>
            <a:ext cx="6492240" cy="256032"/>
          </a:xfrm>
          <a:prstGeom prst="rect">
            <a:avLst/>
          </a:prstGeom>
          <a:solidFill>
            <a:srgbClr val="CBD5E1">
              <a:alpha val="4000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26280" y="3547872"/>
            <a:ext cx="237744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28600" y="3977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B4A"/>
                </a:solidFill>
              </a:rPr>
              <a:t>Deployment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057400" y="4005072"/>
            <a:ext cx="6492240" cy="256032"/>
          </a:xfrm>
          <a:prstGeom prst="rect">
            <a:avLst/>
          </a:prstGeom>
          <a:solidFill>
            <a:srgbClr val="CBD5E1">
              <a:alpha val="4000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4005072"/>
            <a:ext cx="155448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28600" y="4434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B4A"/>
                </a:solidFill>
              </a:rPr>
              <a:t>Feedback &amp; Optimization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057400" y="4462272"/>
            <a:ext cx="6492240" cy="256032"/>
          </a:xfrm>
          <a:prstGeom prst="rect">
            <a:avLst/>
          </a:prstGeom>
          <a:solidFill>
            <a:srgbClr val="CBD5E1">
              <a:alpha val="4000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95160" y="4462272"/>
            <a:ext cx="1554480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  |  EXPECTED OUTCOMES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B4A"/>
                </a:solidFill>
              </a:rPr>
              <a:t>Impact of Smart CivicFix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96112" y="14813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A"/>
                </a:solidFill>
              </a:rPr>
              <a:t>Faster Resolution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196596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SLA-driven deadlines ensure complaints are resolved within committed timeframes, reducing backlog significantly.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18688" y="137160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37160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40480" y="14813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A"/>
                </a:solidFill>
              </a:rPr>
              <a:t>Full Transparency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28416" y="196596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Real-time tracking gives citizens visibility into each stage of their complaint's lifecycle.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63056" y="137160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37160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84848" y="14813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A"/>
                </a:solidFill>
              </a:rPr>
              <a:t>Better Governance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72784" y="196596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Admin dashboards help municipalities monitor trends, measure departmental performance, and plan proactively.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06324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6324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96112" y="31729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A"/>
                </a:solidFill>
              </a:rPr>
              <a:t>Scalable Citywide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84048" y="365760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Cloud-based architecture allows rollout across multiple cities without rebuilding the system.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18688" y="306324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18688" y="306324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28416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840480" y="31729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A"/>
                </a:solidFill>
              </a:rPr>
              <a:t>Civic Engagement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328416" y="365760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Reward points incentivize citizens to actively report issues, increasing platform adoption.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63056" y="306324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63056" y="306324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72784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784848" y="31729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A"/>
                </a:solidFill>
              </a:rPr>
              <a:t>Data-Driven Decisions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272784" y="365760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Analytics on complaint frequency and resolution patterns empower smarter urban planning.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457200"/>
            <a:ext cx="3657600" cy="3657600"/>
          </a:xfrm>
          <a:prstGeom prst="ellipse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743200"/>
            <a:ext cx="2743200" cy="27432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Thank You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3200400" y="233172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14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A896"/>
                </a:solidFill>
              </a:rPr>
              <a:t>Smart CivicFix — Building Transparent, Accountable Urban Governance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Omkar Ware (20230801018)  •  Junaid Shaikh (20230801101)  •  Soham Pawar (20230801131)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Guide: Ms. Shraddha Jadhav  |  D Y Patil International University, Akurdi, Pune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CivicFix</dc:title>
  <dc:subject>PptxGenJS Presentation</dc:subject>
  <dc:creator>PptxGenJS</dc:creator>
  <cp:lastModifiedBy>PptxGenJS</cp:lastModifiedBy>
  <cp:revision>1</cp:revision>
  <dcterms:created xsi:type="dcterms:W3CDTF">2026-04-12T10:50:39Z</dcterms:created>
  <dcterms:modified xsi:type="dcterms:W3CDTF">2026-04-12T10:50:39Z</dcterms:modified>
</cp:coreProperties>
</file>